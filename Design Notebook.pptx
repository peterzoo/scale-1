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8" r:id="rId7"/>
    <p:sldId id="262" r:id="rId8"/>
    <p:sldId id="263" r:id="rId9"/>
    <p:sldId id="264" r:id="rId10"/>
    <p:sldId id="269" r:id="rId11"/>
    <p:sldId id="270" r:id="rId12"/>
    <p:sldId id="265" r:id="rId13"/>
    <p:sldId id="271" r:id="rId14"/>
    <p:sldId id="26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00F4A-E457-4542-C02E-13C5CB116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87EFC2-254C-CBDA-14E1-B24568744E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48FE05-8989-20FB-60D0-767698C9A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2C20F-04E1-4C87-907A-619F35C87ECF}" type="datetimeFigureOut">
              <a:rPr lang="en-CA" smtClean="0"/>
              <a:t>2026-01-02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57D588-B13D-6A1B-2B90-5EA3C5271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6AAA5-F494-199B-0F86-CF9A19984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19CAD-A2A4-4F2E-B417-836993BE66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0165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4E6C5-4413-C001-C272-986A4750C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3ADEC-67DB-7125-A740-668247EB0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9B4DA-CD0E-4310-F95E-20DFF3DDA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2C20F-04E1-4C87-907A-619F35C87ECF}" type="datetimeFigureOut">
              <a:rPr lang="en-CA" smtClean="0"/>
              <a:t>2026-01-02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4B9B5E-90F0-AE22-18FF-C8579C7CF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A1A0B9-3387-33A0-051C-CE3CCFC73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19CAD-A2A4-4F2E-B417-836993BE66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9921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CB669-12B0-28E4-5946-01953B665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F36CE-B24B-780D-CEEC-211EFFBF65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F92B8-3A36-B5B3-30ED-586A90D6A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2C20F-04E1-4C87-907A-619F35C87ECF}" type="datetimeFigureOut">
              <a:rPr lang="en-CA" smtClean="0"/>
              <a:t>2026-01-02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ECB7C2-3B13-AA1B-B8C5-02A959A5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17A75-328C-D9A3-E726-7F32FF27C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19CAD-A2A4-4F2E-B417-836993BE66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18765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3A9D3-13FD-95C6-A2FF-60D066BEA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C7767-2329-340B-1EED-FE02C997D7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43BB78-BD64-484F-1E7E-388C06EFF0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59E9D3-C70C-D4BC-7027-2E816A262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2C20F-04E1-4C87-907A-619F35C87ECF}" type="datetimeFigureOut">
              <a:rPr lang="en-CA" smtClean="0"/>
              <a:t>2026-01-02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D0796F-9C57-2E17-A6AB-893FA20E7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0C424F-2198-903D-FD5B-F0872AF02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19CAD-A2A4-4F2E-B417-836993BE66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35292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18F04-9A4B-A7CD-CCDA-0915E1777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1F3472-4FBE-3DE5-C512-609FBAEA4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05F006-E5C9-2590-6941-5BD4398A82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4D86ED-4F0A-608B-90C7-DB30CDA97C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95179A-9A8E-7950-9BE6-E1649F1929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DE1433-81B3-997A-E7D5-948C0C949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2C20F-04E1-4C87-907A-619F35C87ECF}" type="datetimeFigureOut">
              <a:rPr lang="en-CA" smtClean="0"/>
              <a:t>2026-01-02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263D4B-5B68-E243-5ACF-75829D623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B48042-1EAF-824F-9F26-BE56C7389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19CAD-A2A4-4F2E-B417-836993BE66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36338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82CBB-79A9-B16E-A89C-09B8F4055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941BF6-CDA3-6092-66CF-4D1AD0D3A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2C20F-04E1-4C87-907A-619F35C87ECF}" type="datetimeFigureOut">
              <a:rPr lang="en-CA" smtClean="0"/>
              <a:t>2026-01-02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043D2B-1B0B-5016-27ED-A134DE704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82B513-BDAF-FFBF-E30C-F9A895B33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19CAD-A2A4-4F2E-B417-836993BE66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79007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FD81AB-A0D8-A755-9691-B8678DEDB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2C20F-04E1-4C87-907A-619F35C87ECF}" type="datetimeFigureOut">
              <a:rPr lang="en-CA" smtClean="0"/>
              <a:t>2026-01-02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189720-1FD1-CB0D-2AFD-6789E0803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1E7D0C-19AA-0270-FC97-B33CA6273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19CAD-A2A4-4F2E-B417-836993BE66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3982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7CC38-FAA1-1911-5706-8CB5E3863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DA154-539D-4C6F-EFEE-725F77334D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60C377-CA3E-9FD5-6ED5-9534ED5BF2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81335-1F77-30B0-09D5-2711150EF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2C20F-04E1-4C87-907A-619F35C87ECF}" type="datetimeFigureOut">
              <a:rPr lang="en-CA" smtClean="0"/>
              <a:t>2026-01-02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8646E9-E3AE-2317-F25A-894815A2F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361D81-B5BD-0BDA-D110-2968902A3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19CAD-A2A4-4F2E-B417-836993BE66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3584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47D0A-D19A-7F36-568C-189B2FB03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1C4FA6-073B-71EA-55B0-9E82719978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D2F88E-CA09-9DA0-76A2-60FD7D7F36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894FCF-EACA-DA9A-A758-28959AF73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2C20F-04E1-4C87-907A-619F35C87ECF}" type="datetimeFigureOut">
              <a:rPr lang="en-CA" smtClean="0"/>
              <a:t>2026-01-02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83B97D-9B60-BADD-1B81-B8CDE9B96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1A6F69-D55A-6117-A280-78D731BC6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19CAD-A2A4-4F2E-B417-836993BE66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16902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05627-B888-A18A-296E-A8F836B67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5EC1D5-9084-E950-6A16-8257BCEC4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A8FD5-A5C0-9BE8-8AB9-475E49AA8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2C20F-04E1-4C87-907A-619F35C87ECF}" type="datetimeFigureOut">
              <a:rPr lang="en-CA" smtClean="0"/>
              <a:t>2026-01-02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DA634A-0669-9AE4-2511-D004C698E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66C7FC-A014-2DA0-24D6-34A137A34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19CAD-A2A4-4F2E-B417-836993BE66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12713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D92E36-CC9B-83F4-AFDC-96D71C7D11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4BB302-5339-D70C-5A3A-75299A7CF5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DBDE50-05B3-1778-4381-01A84DDDB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2C20F-04E1-4C87-907A-619F35C87ECF}" type="datetimeFigureOut">
              <a:rPr lang="en-CA" smtClean="0"/>
              <a:t>2026-01-02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8B0E0B-B5A7-A31A-2F51-CF7FC7A13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4DC3F-02D1-D92D-7AF7-99AE806D4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19CAD-A2A4-4F2E-B417-836993BE66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99571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AFA88F-D5F6-E1F4-63C1-78E4BC6FB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E78D12-9C07-4220-9F8C-A7B652D83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B5C8B6-4BDB-C0C5-5020-03472FF6B3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A2C20F-04E1-4C87-907A-619F35C87ECF}" type="datetimeFigureOut">
              <a:rPr lang="en-CA" smtClean="0"/>
              <a:t>2026-01-02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6FDA88-AE0F-FA7E-E4DE-04F0508088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01CB5C-2A3C-5140-8850-F4EFF716E9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719CAD-A2A4-4F2E-B417-836993BE66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37712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BD51B-5BF3-87D6-68B9-A473521C7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414" y="146509"/>
            <a:ext cx="3398240" cy="918390"/>
          </a:xfrm>
        </p:spPr>
        <p:txBody>
          <a:bodyPr/>
          <a:lstStyle/>
          <a:p>
            <a:r>
              <a:rPr lang="en-US" dirty="0"/>
              <a:t>Scale (1)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C8AEB-AC86-176E-0A6B-FFD40CB79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315" y="1925783"/>
            <a:ext cx="11644271" cy="4451577"/>
          </a:xfrm>
          <a:ln>
            <a:solidFill>
              <a:schemeClr val="accent1">
                <a:lumMod val="75000"/>
              </a:schemeClr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dirty="0"/>
              <a:t>[Various beauty shots and performative images]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E621E5-A68B-ABE0-E9FE-9B2CFC910250}"/>
              </a:ext>
            </a:extLst>
          </p:cNvPr>
          <p:cNvSpPr txBox="1"/>
          <p:nvPr/>
        </p:nvSpPr>
        <p:spPr>
          <a:xfrm>
            <a:off x="217414" y="982529"/>
            <a:ext cx="10422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High Precision espresso/coffee ESP32 Scale FSM with NOTHING brand aesthetic</a:t>
            </a:r>
            <a:endParaRPr lang="en-CA" i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45326B-CEB7-2A79-5E8A-09FE942FCE32}"/>
              </a:ext>
            </a:extLst>
          </p:cNvPr>
          <p:cNvSpPr txBox="1"/>
          <p:nvPr/>
        </p:nvSpPr>
        <p:spPr>
          <a:xfrm>
            <a:off x="217414" y="1269490"/>
            <a:ext cx="10422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Dec. 2025 – Jan. 2026</a:t>
            </a:r>
            <a:endParaRPr lang="en-CA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3F31E2-96EE-690C-AEA3-CB676EBEC244}"/>
              </a:ext>
            </a:extLst>
          </p:cNvPr>
          <p:cNvSpPr txBox="1"/>
          <p:nvPr/>
        </p:nvSpPr>
        <p:spPr>
          <a:xfrm>
            <a:off x="217414" y="1556452"/>
            <a:ext cx="10422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Key Skills</a:t>
            </a:r>
            <a:endParaRPr lang="en-CA" i="1" dirty="0"/>
          </a:p>
        </p:txBody>
      </p:sp>
    </p:spTree>
    <p:extLst>
      <p:ext uri="{BB962C8B-B14F-4D97-AF65-F5344CB8AC3E}">
        <p14:creationId xmlns:p14="http://schemas.microsoft.com/office/powerpoint/2010/main" val="3250605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3C7FB-1D98-41B8-948B-02A0255D1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&amp; Motivation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4298F-548B-DFAB-D6E2-ABC49EC8B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sucked before?</a:t>
            </a:r>
          </a:p>
          <a:p>
            <a:r>
              <a:rPr lang="en-US" dirty="0"/>
              <a:t>Who was affected?</a:t>
            </a:r>
          </a:p>
          <a:p>
            <a:r>
              <a:rPr lang="en-US" dirty="0"/>
              <a:t>Why off-the-shelf solutions weren’t cutting it</a:t>
            </a:r>
          </a:p>
          <a:p>
            <a:r>
              <a:rPr lang="en-US" dirty="0"/>
              <a:t>Constraints you had (budget, time, skills, tools)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61864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4E976-D74A-384B-C511-9F2E05781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Constraints/Criteria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58CEF-BF55-55B9-B0E4-73A64C9AC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Functional Requirements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 Constraints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3862853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7021D-FDB2-DC76-44EC-729B3929D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 Development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51C58-7E48-D2A0-EA62-6A0346F7E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11943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741C1-B716-D618-0E91-FC039A622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Mechanical Design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98069-82A6-4504-A347-00D311057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Overall Architecture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3681121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47E8E-38B0-39F5-BA04-CAEF192AA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11207-79B5-714E-9FAF-80003E980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Mechanical Design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9D385-CE93-DB1D-A016-579932BB1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Key Subsystems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4088990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F51BC-E83C-63B7-0F25-2B6C27ADD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Electrical &amp; Controls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004D5-EC9D-9666-67B2-1471387D7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System Block Diagram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781051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628EA-E4F9-B214-084F-CEF239975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Software/Logic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183B3-63D2-8FA6-C911-3C10D7E6E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Control Flow Diagram/State Machine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569800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284B3-7642-5FA3-CADD-7A0B78AE2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Manufacturing &amp; Assembly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67AC0-4CC3-503F-7CF5-0C733ABAAF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Manufacturing Methods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40858127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5B80C-9AC0-CA00-9EA2-1E73A4E74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539FF-103B-5A8C-1835-29A8F71A4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Manufacturing &amp; Assembly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7FCCC-A9DF-F8AF-ADEA-7D8E5F35A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Assembly Considerations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2905387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B9388-E9AB-BA47-85AC-AD25557C2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023B6-C0CC-1CE6-6A6D-56258AE59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&amp; Validation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93CD2-BE6B-1F5C-0BA9-55E3E42CC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Test Setups, Results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1367390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DDB77-51A2-8D87-98EC-76DAA6BC3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Iterations &amp; Improvements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3CCC2-EC60-44D7-8ACE-7B2084A86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Redesign Ideas and V2 Improvements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32650338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95607-7466-748A-5DDC-112F2BF53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Challenges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629F5-CB59-66A3-79DC-354047EEB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 Load Cell drift due to:</a:t>
            </a:r>
          </a:p>
          <a:p>
            <a:pPr lvl="1"/>
            <a:r>
              <a:rPr lang="en-US" dirty="0"/>
              <a:t>Temperature and mechanical properties of aluminum load cell causes constantly changing bending </a:t>
            </a:r>
            <a:r>
              <a:rPr lang="en-US" dirty="0" err="1"/>
              <a:t>momet</a:t>
            </a:r>
            <a:endParaRPr lang="en-US" dirty="0"/>
          </a:p>
          <a:p>
            <a:pPr lvl="1"/>
            <a:r>
              <a:rPr lang="en-US" dirty="0"/>
              <a:t>Load cell hysteresis (lag due to loading/unloading differences)</a:t>
            </a:r>
          </a:p>
          <a:p>
            <a:pPr lvl="1"/>
            <a:r>
              <a:rPr lang="en-US" b="1" dirty="0"/>
              <a:t>Fix: Continuous load cell auto zero function created to </a:t>
            </a:r>
            <a:r>
              <a:rPr lang="en-US" b="1" dirty="0" err="1"/>
              <a:t>contiuously</a:t>
            </a:r>
            <a:r>
              <a:rPr lang="en-US" b="1"/>
              <a:t> adjust </a:t>
            </a:r>
            <a:r>
              <a:rPr lang="en-US" b="1" dirty="0"/>
              <a:t>reference point for super fine </a:t>
            </a:r>
            <a:r>
              <a:rPr lang="en-US" b="1"/>
              <a:t>drift values &lt; 0.05 g</a:t>
            </a:r>
            <a:endParaRPr lang="en-US" b="1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7958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55EC2-7F71-C44D-0B40-479DD1C15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Learnings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EB047-C28F-293D-2A0F-13C708424B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Technical Skills Gained</a:t>
            </a:r>
          </a:p>
          <a:p>
            <a:pPr marL="0" indent="0">
              <a:buNone/>
            </a:pPr>
            <a:r>
              <a:rPr lang="en-US" b="1" dirty="0"/>
              <a:t>Mistakes learned from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25849478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28861-81B5-B8FF-3A6D-25528E020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Media Dump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5CE8B-9E13-2B38-92BD-7CB265D1A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Final photos</a:t>
            </a:r>
          </a:p>
          <a:p>
            <a:r>
              <a:rPr lang="en-US" dirty="0"/>
              <a:t>In-use videos</a:t>
            </a:r>
          </a:p>
          <a:p>
            <a:r>
              <a:rPr lang="en-US" dirty="0"/>
              <a:t>Exploded views</a:t>
            </a:r>
          </a:p>
          <a:p>
            <a:r>
              <a:rPr lang="en-US" dirty="0"/>
              <a:t>Short captions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90718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193</Words>
  <Application>Microsoft Office PowerPoint</Application>
  <PresentationFormat>Widescreen</PresentationFormat>
  <Paragraphs>44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Scale (1)</vt:lpstr>
      <vt:lpstr>Problem &amp; Motivation</vt:lpstr>
      <vt:lpstr>Constraints/Criteria</vt:lpstr>
      <vt:lpstr>Concept Development</vt:lpstr>
      <vt:lpstr>Mechanical Design</vt:lpstr>
      <vt:lpstr>Mechanical Design</vt:lpstr>
      <vt:lpstr>Electrical &amp; Controls</vt:lpstr>
      <vt:lpstr>Software/Logic</vt:lpstr>
      <vt:lpstr>Manufacturing &amp; Assembly</vt:lpstr>
      <vt:lpstr>Manufacturing &amp; Assembly</vt:lpstr>
      <vt:lpstr>Testing &amp; Validation</vt:lpstr>
      <vt:lpstr>Iterations &amp; Improvements</vt:lpstr>
      <vt:lpstr>Key Challenges</vt:lpstr>
      <vt:lpstr>Key Learnings</vt:lpstr>
      <vt:lpstr>Media Dump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Henry Sun</dc:creator>
  <cp:lastModifiedBy>Henry Sun</cp:lastModifiedBy>
  <cp:revision>3</cp:revision>
  <dcterms:created xsi:type="dcterms:W3CDTF">2025-12-15T03:06:35Z</dcterms:created>
  <dcterms:modified xsi:type="dcterms:W3CDTF">2026-01-02T05:39:06Z</dcterms:modified>
</cp:coreProperties>
</file>